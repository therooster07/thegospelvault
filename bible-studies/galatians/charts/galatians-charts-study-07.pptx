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udy 7 · Galatians 3:6–14" id="{003a965c-f196-2e0a-a2a2-e406e058808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Three movements — the study of faith (3:6–9), the substitute for faith (3:10–12), and the solution of faith (3:13–14). The Judaizers claimed the Old Testament; Paul answers from Abraham, Deuteronomy and Habakkuk. Every chart in this deck stays within the posted commentary for this study; Greek words come from the study's posted Greek Word Study. Each slide's notes name the commentary section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(Outline I–III): The Judaizers claimed the Old Testament — Moses and Abraham. Paul goes back to Abraham. The introduction notes there were men of faith before Abraham too (Abel, Enoch, Noah — Hebrews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(I.A–C): v.6 — Abraham believed God (aorist: a definite act of trust) and it was accounted to him for righteousness — a bookkeeping term: credited to his account, not earned. v.7 — sonship to Abraham is by faith, not family tree. vv.8–9 — Scripture foresaw that God would justify the Gentiles by faith and preached the gospel to Abraham beforehand (Genesis 12:3). Those of faith are blessed with believing Abraham.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(II.A–C): A curse is attached to the law and falls on whoever does not keep it — all of it (Deut 27:26). Suppose someone did keep it? Leviticus 18:5 — “the man who does them shall live by them” — but no one does. The weakness was not in the law but in the people under it (Hebrews 8:7–8; the posted study answers this way). Even in the time of the law, Habakkuk said the just shall live by faith. So everyone is under the curse.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(II.B): Habakkuk spoke in the time of the law, just before the Babylonian captivity. The commentary traces his verse through its three New Testament quotations, each with its own emphasis.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(III.A–B): Redeemed — bought out of the slave market of sin. We were under the curse; He became the curse in our place: “Cursed is everyone who hangs on a tree” (Deut 21:23). The posted Greek study notes Paul uses the same word for the law's curse (v.10) and Christ's curse (v.13). The blessing has two parts: the blessing of Abraham — justification by faith apart from the law — comes to the Gentiles, and we receive the promise of the Spirit through faith.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What does it mean that righteousness was “accounted” to Abraham (v.6)? How does that differ from earning it? — Leader answer: Imputation credits to Abraham's account something he did not produce — God declared him righteous on the basis of faith, not achievement.  Q2: In what sense did Christ “become a curse” for us (v.13), and what does “redeemed” (ἐξαγοράζω) add? — Leader answer: Christ took the curse the law pronounced on lawbreakers (Deut 21:23). “Redeemed” pictures Him buying us out of slavery to that curse.  Applications: Resting in an Imputed Righteousness — Write down one place you're tempted to “earn” what God has given freely, and replace the striving with a prayer of thanks.  Refusing to Trade Good News for Bad News — When you share your faith this week, consciously keep the gospel free of add-on requirements.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7 of 16 · Galatians 3:6–14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7 of 16 · Galatians 3:6–14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7 of 16 · Galatians 3:6–14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Blessing or a Curse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 can save no one — it can only curse those who fail to keep it perfectly. God has always justified sinners as He justified Abraham: by faith alone. Christ became a curse in our place so the blessing of Abraham and the promised Spirit come by faith.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sixteen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of Liberty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4889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4033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True Gospel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4058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3202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1:11–17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Independent Revelation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3227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2371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1:18–2:10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Gospel Is Independent of the Judean Churches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2:11–21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Goes Back to School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4889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4033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 Spell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40580" y="2020824"/>
            <a:ext cx="1954530" cy="7863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3202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3:6–14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Blessing or a Curse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2371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3:15–29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Superiority of the Promise to the Law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4:1–11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Became a Man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54889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4033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4:12–20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Steel Fist in a Velvet Glove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4058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3202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4:21–31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Old Testament Story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3227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2371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5:1–12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 Stand in Liberty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5:13–26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the Spirit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54889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64033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 and Burdens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64058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3202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Sowing and Reaping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2371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6:11–18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the Truth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Faith, its substitute, and its solution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3:6–14 · The commentary's outline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15184" cy="45720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887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The Study of Faith  ·  vv.6–9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2615184" cy="30175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73352"/>
            <a:ext cx="243230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— Abraham believed God (v.6)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Fellowship — only those of faith are Abraham's sons (v.7)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 — the nations blessed by faith (vv.8–9)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64408" y="1143000"/>
            <a:ext cx="2615184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55848" y="11887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The Substitute for Faith  ·  vv.10–12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64408" y="1600200"/>
            <a:ext cx="2615184" cy="30175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55848" y="1673352"/>
            <a:ext cx="243230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 — a curse is tied to the law (v.10a)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 — the law itself says the just live by faith (vv.11–12)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— everyone is under the curse (v.10b)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71616" y="1143000"/>
            <a:ext cx="2615184" cy="4572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63056" y="11887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The Solution of Faith  ·  vv.13–14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71616" y="1600200"/>
            <a:ext cx="2615184" cy="30175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63056" y="1673352"/>
            <a:ext cx="243230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 became a curse for us (v.13)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 bestowed the blessing — and the promised Spirit (v.14)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Abraham: the pattern for justification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3:6–9 · Outline I — The study of faith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15184" cy="26517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12527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·  v.6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1764792"/>
            <a:ext cx="235915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ἐπίστευσεν · ἐλογίσθη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believed; righteousness was credited to his account — not earned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64408" y="1143000"/>
            <a:ext cx="2615184" cy="26517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92424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92424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886200" y="12527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Fellowship  ·  v.7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92424" y="1764792"/>
            <a:ext cx="235915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υἱοί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those of faith are sons of Abraham — whatever the family tree says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71616" y="1143000"/>
            <a:ext cx="2615184" cy="26517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1271016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99632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93408" y="12527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  ·  vv.8–9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199632" y="1764792"/>
            <a:ext cx="235915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προευηγγελίσατο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gospel preached to Abraham beforehand: “In you all the nations shall be blessed” (Gen 12:3)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" y="402336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and now, God justifies the same way: by faith alone, apart from works.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law can only curse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3:10–12 · Outline II — The substitute for faith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92808" cy="22860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1892808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curse is attached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1709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κατάραν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“Cursed is everyone who does not continue in all things” (Deut 27:26)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314553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59152" y="221284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9464" y="1188720"/>
            <a:ext cx="1892808" cy="22860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9464" y="1188720"/>
            <a:ext cx="1892808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24328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all of it?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660904" y="1828800"/>
            <a:ext cx="1709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man who does them shall live by them” (Lev 18:5)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642616" y="314553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v.12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71416" y="221284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81728" y="1188720"/>
            <a:ext cx="1892808" cy="22860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1728" y="1188720"/>
            <a:ext cx="1892808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36592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does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773168" y="1828800"/>
            <a:ext cx="1709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weakness was in the people, not the law (Heb 8:7–8)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314553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v.10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83680" y="221284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93992" y="1188720"/>
            <a:ext cx="1892808" cy="22860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93992" y="1188720"/>
            <a:ext cx="1892808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48856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law's own witness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1828800"/>
            <a:ext cx="1709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just shall live by faith” (Hab 2:4)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67144" y="314553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v.11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37033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" y="370332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who does not keep the whole law is cursed — and no one has kept it. We are all under the curse.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just shall live by faith” — three times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Habakkuk 2:4 in the New Testament · Outline II.B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15184" cy="36576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887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Romans 1:17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2615184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81912"/>
            <a:ext cx="2432304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who the just are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64408" y="1143000"/>
            <a:ext cx="2615184" cy="3657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55848" y="11887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3:11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64408" y="1508760"/>
            <a:ext cx="2615184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55848" y="1581912"/>
            <a:ext cx="2432304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how the just shall live</a:t>
            </a:r>
            <a:endParaRPr lang="en-US" sz="15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δίκαιος · ζήσεται — the believer's ongoing life of faith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71616" y="1143000"/>
            <a:ext cx="2615184" cy="365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63056" y="11887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Hebrews 10:38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71616" y="1508760"/>
            <a:ext cx="2615184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63056" y="1581912"/>
            <a:ext cx="2432304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what “by faith” means — introducing Hebrews 11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38862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388620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under the law, the law itself testified that righteousness comes by faith.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 became a curse for us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3:13–14 · Outline III — The solution of faith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914400" cy="5486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155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v.13a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371600" y="1115568"/>
            <a:ext cx="731520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81328" y="11155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“Christ has redeemed us from the curse of the law”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1155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ἐξηγόρασεν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out of the slave market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28216"/>
            <a:ext cx="914400" cy="5486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7282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v.13b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371600" y="1728216"/>
            <a:ext cx="7315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481328" y="172821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“having become a curse for us”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7282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γενόμενος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became the curse in our place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340864"/>
            <a:ext cx="914400" cy="5486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3408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vv.10, 13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371600" y="2340864"/>
            <a:ext cx="731520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481328" y="23408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 27:26 and Deut 21:23 — the same word binds them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23408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ἐπικατάρατος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“cursed” — law's curse, Christ's curse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953512"/>
            <a:ext cx="914400" cy="5486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29535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v.14a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371600" y="2953512"/>
            <a:ext cx="7315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481328" y="29535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“that the blessing of Abraham might come upon the Gentiles”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0" y="29535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 by faith, apart from law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566160"/>
            <a:ext cx="914400" cy="5486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566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v.14b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371600" y="3566160"/>
            <a:ext cx="731520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481328" y="3566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“that we might receive the promise of the Spirit through faith”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57784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ἐπαγγελίαν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 by faith, not works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3:6–14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mean that righteousness was “accounted” to Abraham (v.6)? How does that differ from earning it?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what sense did Christ “become a curse” for us (v.13), and what does “redeemed” (ἐξαγοράζω) add?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Resting in an Imputed Righteousness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one place you're tempted to “earn” what God has given freely, and replace the striving with a prayer of thanks.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Refusing to Trade Good News for Bad News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share your faith this week, consciously keep the gospel free of add-on requirements.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 can only curse; Christ took the curse so the blessing comes by faith.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Galatians Study 7 — Blessing or a Curse: Charts</dc:title>
  <dc:subject>PptxGenJS Presentation</dc:subject>
  <dc:creator>The Gospel Vault</dc:creator>
  <cp:lastModifiedBy>The Gospel Vault</cp:lastModifiedBy>
  <cp:revision>1</cp:revision>
  <dcterms:created xsi:type="dcterms:W3CDTF">2026-10-30T05:30:26Z</dcterms:created>
  <dcterms:modified xsi:type="dcterms:W3CDTF">2026-10-30T05:30:26Z</dcterms:modified>
</cp:coreProperties>
</file>