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udy 14 · Galatians 6:1–5" id="{986b0590-443e-b7ff-a1ae-a6879a1ff585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notes: Two movements — bear one another's burdens (6:1–3) and bear your own burden (6:4–5). The key is two different Greek words for burden. Every chart in this deck stays within the posted commentary for this study; Greek words come from the study's posted Greek Word Study. Each slide's notes name the commentary section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notes: Use this map to show the group where this passage sits in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(II.C): Verse 2 says bear one another's burdens; verse 5 says each shall bear his own load. Contradictory? No — two different words. βάρος is a weight too heavy to carry alone; it takes someone else's help. φορτίον is a soldier's own pack — the personal accountability each believer carries to the judgment seat of Christ, which no one else can carry for him.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(I.A): “Brethren” — Paul is speaking of believers. προλημφθῇ — caught by surprise; παράπτωμα — a slip, not premeditated rebellion. “You who are spiritual” is defined by chapter 5: those walking in, led by, and bearing the fruit of the Spirit — not sinless. καταρτίζετε — the word for mending nets (Matt 4:21) and, outside the NT, setting a broken bone: the goal is restoration to function, never condemnation. Gentleness is the same fruit named in 5:23. “Considering yourself” — the helper can be overtaken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(I.B): The commentary builds the explanation on the small word γάρ — “for, because.” v.2 — bearing another's crushing burden fills up (ἀναπληρώσατε, an intensified form) the law of Christ. v.3 — the one who thinks himself something after helping a fallen brother deceives himself; φρεναπατᾷ occurs only here in the NT and carries the idea of self-fancy.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(II.A–C): Examining one's own work and service is biblical — but not to check whether you are saved. Assurance rests on the objective promise of God's Word to the one who believes, not on a subjective review of performance. The examination concerns service and stewardship. Then rejoicing — measured against one's own calling before the Lord, not against another believer — and even then, rejoicing in the Lord. Each carries his own pack to the judgment seat of Christ.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(from the posted Study Questions and Application sections): Q1: Think of a time someone gently restored you after a failure. What made it feel like restoration rather than condemnation? — Leader answer: See Commentary I.A — restore: mend the net, set the bone, in gentleness.  Q2: Is there a burden in your life right now too heavy to carry alone? Who could you ask to help carry it? — Leader answer: See Commentary II.C — the baros / phortion distinction.  Applications: Restore, Don't Gossip — If a brother or sister has been overtaken, go to them privately and gently before mentioning it to anyone else.  Carry What's Too Heavy, Alone What's Yours — Ask someone specific for help with a crushing burden — or stop comparing and take one step in your own course.  Close by reading the summary line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· Study 14 of 16 · Galatians 6:1–5 · The Gospel Vault · NKJV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08760"/>
            <a:ext cx="7863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743200"/>
            <a:ext cx="75895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i="1" dirty="0">
                <a:solidFill>
                  <a:srgbClr val="E6ECF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64008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B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· Study 14 of 16 · Galatians 6:1–5 · The Gospel Vault · NKJV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· Study 14 of 16 · Galatians 6:1–5 · Leader charts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087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Brothers and Burdens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74320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E6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Spirit-filled community that gently restores a brother overtaken in sin also expects each believer, without comparison or self-deception, to carry and one day give account for his own work before the Lord.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EB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Dr. C. Norman Sellers, ThD · SellersBibleInstitute.com · used by permission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study fits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· sixteen studies · this study highlighted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170432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1:1–5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Ground of Liberty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548890" y="1115568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640330" y="1170432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1:6–10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True Gospel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40580" y="1115568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32020" y="1170432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1:11–17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Paul's Independent Revelation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732270" y="1115568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23710" y="1170432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1:18–2:10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Paul's Gospel Is Independent of the Judean Churches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020824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075688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2:11–21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Peter Goes Back to School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548890" y="2020824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640330" y="2075688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3:1–5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a Spell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40580" y="2020824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32020" y="2075688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3:6–14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Blessing or a Curse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732270" y="2020824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23710" y="2075688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3:15–29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Superiority of the Promise to the Law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2926080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2980944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4:1–11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 Became a Man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548890" y="2926080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640330" y="2980944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4:12–20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Steel Fist in a Velvet Glove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640580" y="2926080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32020" y="2980944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4:21–31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Paul's Old Testament Story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732270" y="2926080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23710" y="2980944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5:1–12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Taking a Stand in Liberty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57200" y="3831336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8640" y="3886200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5:13–26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in the Spirit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2548890" y="3831336"/>
            <a:ext cx="1954530" cy="78638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640330" y="3886200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</a:t>
            </a:r>
            <a:pPr indent="0" marL="0">
              <a:buNone/>
            </a:pPr>
            <a:r>
              <a:rPr lang="en-US" sz="100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6:1–5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Brothers and Burdens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640580" y="3831336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32020" y="3886200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6:6–10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Sowing and Reaping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732270" y="3831336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23710" y="3886200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6:11–18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the Truth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burdens, two Greek words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6:2 and 6:5 · The key to the passage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4023360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18872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“Bear one another's burdens” — v.2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D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βάρη</a:t>
            </a:r>
            <a:pPr indent="0" marL="0">
              <a:buNone/>
            </a:pPr>
            <a:r>
              <a:rPr lang="en-US" sz="8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barē · a crushing weight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709928"/>
            <a:ext cx="4023360" cy="203911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783080"/>
            <a:ext cx="384048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heavy for one person to lift</a:t>
            </a:r>
            <a:endParaRPr lang="en-US" sz="13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for the help of the body</a:t>
            </a:r>
            <a:endParaRPr lang="en-US" sz="13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fulfill the law of Christ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143000"/>
            <a:ext cx="4023360" cy="56692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54880" y="118872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“Each one shall bear his own load” — v.5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D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φορτίον</a:t>
            </a:r>
            <a:pPr indent="0" marL="0">
              <a:buNone/>
            </a:pPr>
            <a:r>
              <a:rPr lang="en-US" sz="8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phortion · a soldier's own pack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709928"/>
            <a:ext cx="4023360" cy="203911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54880" y="1783080"/>
            <a:ext cx="384048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Carried by him alone</a:t>
            </a:r>
            <a:endParaRPr lang="en-US" sz="13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stewardship and service</a:t>
            </a:r>
            <a:endParaRPr lang="en-US" sz="13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 at the judgment seat of Christ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97764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3977640"/>
            <a:ext cx="7900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with what is unbearable — and carry what is yours. Both are true at once.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Restoring a brother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6:1 · Outline I.A — The exhortation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1892808" cy="22860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188720"/>
            <a:ext cx="1892808" cy="5669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11887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sinning believer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828800"/>
            <a:ext cx="17099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προλημφθῇ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“overtaken in any trespass” — a slip, caught by surprise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30352" y="314553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6:1a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359152" y="221284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69464" y="1188720"/>
            <a:ext cx="1892808" cy="22860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69464" y="1188720"/>
            <a:ext cx="1892808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24328" y="11887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spiritual believer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2660904" y="1828800"/>
            <a:ext cx="17099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πνευματικοί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Walking in the Spirit (5:16–25) — not sinless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642616" y="314553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6:1b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471416" y="221284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81728" y="1188720"/>
            <a:ext cx="1892808" cy="22860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81728" y="1188720"/>
            <a:ext cx="1892808" cy="56692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736592" y="11887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4773168" y="1828800"/>
            <a:ext cx="17099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καταρτίζετε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— mend the net, set the bone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314553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6:1c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583680" y="221284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793992" y="1188720"/>
            <a:ext cx="1892808" cy="22860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93992" y="1188720"/>
            <a:ext cx="1892808" cy="56692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48856" y="11887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manner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6885432" y="1828800"/>
            <a:ext cx="17099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πραΰτητος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gentleness, considering yourself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867144" y="314553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6:1d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57200" y="374904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21792" y="3749040"/>
            <a:ext cx="7900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Restoration, never condemnation — gentleness guards against harshness toward him and pride in us.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law of Christ and the self-deceived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6:2–3 · Outline I.B — The explanation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777240" cy="621792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143000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v.2a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234440" y="1143000"/>
            <a:ext cx="7452360" cy="62179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344168" y="114300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“Bear one another's burdens”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623560" y="114300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βάρη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heavy to carry alone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1837944"/>
            <a:ext cx="777240" cy="621792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1837944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v.2b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234440" y="1837944"/>
            <a:ext cx="74523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344168" y="1837944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“and so fulfill the law of Christ”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623560" y="1837944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ἀναπληρώσατε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up to full measure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532888"/>
            <a:ext cx="777240" cy="62179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532888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v.3a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234440" y="2532888"/>
            <a:ext cx="7452360" cy="62179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344168" y="2532888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“If anyone thinks himself to be something, when he is nothing”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623560" y="253288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danger after helping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3227832"/>
            <a:ext cx="777240" cy="621792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3227832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v.3b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234440" y="3227832"/>
            <a:ext cx="74523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344168" y="3227832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“he deceives himself”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623560" y="3227832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φρεναπατᾷ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self-fancy · used only here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1792" y="4069080"/>
            <a:ext cx="7900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Christian army is said to be the only army that shoots its wounded. Let's not shoot our wounded.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 your own work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6:4–5 · Outline II — Bear your own burden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2596896" cy="219456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188720"/>
            <a:ext cx="2596896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118872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Examination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828800"/>
            <a:ext cx="241401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δοκιμαζέτω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your own work — your service, not your salvation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30352" y="3054096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v.4a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063240" y="216712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73552" y="1188720"/>
            <a:ext cx="2596896" cy="219456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73552" y="1188720"/>
            <a:ext cx="2596896" cy="56692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28416" y="118872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Exaltation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3364992" y="1828800"/>
            <a:ext cx="241401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καύχημα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Rejoicing in yourself alone, not by comparing with another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346704" y="3054096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v.4b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879592" y="216712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89904" y="1188720"/>
            <a:ext cx="2596896" cy="219456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89904" y="1188720"/>
            <a:ext cx="2596896" cy="566928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44768" y="118872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6181344" y="1828800"/>
            <a:ext cx="241401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φορτίον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“Each one shall bear his own load”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163056" y="3054096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v.5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3566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Assurance does not come from self-examination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3886200"/>
            <a:ext cx="8229600" cy="73152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3959352"/>
            <a:ext cx="8046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rests on God's promise to the one who believes — the examination here is about stewardship and reward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and apply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6:1–5 · from the study's posted questions and applications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4023360" cy="38404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115568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499616"/>
            <a:ext cx="4023360" cy="23591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663440" y="1115568"/>
            <a:ext cx="4023360" cy="38404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73168" y="1115568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499616"/>
            <a:ext cx="4023360" cy="23591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6928" y="1636776"/>
            <a:ext cx="347472" cy="347472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" y="1636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1591056"/>
            <a:ext cx="33649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a time someone gently restored you after a failure. What made it feel like restoration rather than condemnation?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66928" y="2724912"/>
            <a:ext cx="347472" cy="347472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66928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2679192"/>
            <a:ext cx="33649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there a burden in your life right now too heavy to carry alone? Who could you ask to help carry it?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4791456" y="1591056"/>
            <a:ext cx="3767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Restore, Don't Gossip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brother or sister has been overtaken, go to them privately and gently before mentioning it to anyone else.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791456" y="2679192"/>
            <a:ext cx="3767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What's Too Heavy, Alone What's Yours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someone specific for help with a crushing burden — or stop comparing and take one step in your own course.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402336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1792" y="4023360"/>
            <a:ext cx="7900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line: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carry what is too heavy; faithfully carry what is yours.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Galatians Study 14 — Brothers and Burdens: Charts</dc:title>
  <dc:subject>PptxGenJS Presentation</dc:subject>
  <dc:creator>The Gospel Vault</dc:creator>
  <cp:lastModifiedBy>The Gospel Vault</cp:lastModifiedBy>
  <cp:revision>1</cp:revision>
  <dcterms:created xsi:type="dcterms:W3CDTF">2026-10-30T05:30:26Z</dcterms:created>
  <dcterms:modified xsi:type="dcterms:W3CDTF">2026-10-30T05:30:26Z</dcterms:modified>
</cp:coreProperties>
</file>