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5 · Galatians 2:11–21" id="{875c163c-dbdc-40ab-c0fb-31eb7552d8c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The commentary places this event before the Jerusalem Council. Peter had learned the grace gospel by revelation (Acts 10, about A.D. 40), yet drifted under pressure at Antioch. Three movements: Paul confronts Peter (2:11–14), corrects Peter (2:15–16), and concludes his argument (2:17–21). Every chart in this deck stays within the posted commentary for this study; Greek words come from the study's posted Greek Word Study. Each slide's notes name the commentary section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(I.A–D): The commentary's four marks. Public — Paul withstood Peter to his face and spoke “before them all,” because the sin itself was public. Pointed — Peter ate with Gentiles until men came from James, then withdrew. Poisonous — the rest of the Jews followed, and even Barnabas. Practical — Peter's feet no longer matched his gospel. The posted Greek study adds that Peter's censure was behavioral, not a loss of standing before God.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(I.A.1–3): Peter had been prepared better (the sheet vision of Acts 10, about A.D. 40: “What God has cleansed you must not call common”), had preached better (defending his visit to Cornelius in Acts 11:17), and had promised better (the right hand of fellowship, Gal 2:9 — in that day a handshake was as good as a notarized document). κατεγνωσμένος: Peter “stood condemned” in his conduct — the commentary and Greek study keep this behavioral.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(I.B.1–2, I.C): The verb tenses show a gradual withdrawal — perhaps one meal at a time, until Peter was eating permanently at the Jewish table. The example was bad: it suggested two churches, two bodies of Christ. Then it spread — the Jewish believers of Antioch followed, and finally even Barnabas.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(II.A–B): Verse 15 grants the difference by birth — Jews by nature (cf. Phil 3:4–5, circumcised the eighth day), not Gentile “sinners.” Verse 16 erases it before God: three times Paul says no one is justified by works of the law, and three times that we are justified by faith in Christ — six times in one verse. The posted Greek study: δικαιόω is a courtroom word, “to declare righteous,” complete the moment a person believes.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(III.A–D): v.17–18 — eating with Gentiles in keeping with grace does not make Christ a minister of sin; going back and rebuilding the law Peter had torn down is what makes him a transgressor. v.19 — the law pointed to Christ; through the law Paul died to the law, to live to God. v.20 — Christ is our representative: when He died, we died; now Christ lives in us, and the life is lived by faith. Just as salvation is by faith, so also sanctification is by faith. v.21 — if righteousness came by the law, Christ died for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Peter already knew the truth. What made him withdraw from the Gentiles anyway? — Leader answer: Fear of those of the circumcision (v.12). Knowledge alone did not protect Peter from social pressure. Note it was gradual (imperfect tense) — small compromises accumulate.  Q2: Why did Paul confront Peter publicly, “before them all,” rather than privately? — Leader answer: The sin was public and had already misled others (v.13). The goal was protecting the gospel's clarity for the whole church, not shaming Peter.  Applications: When Doing Right Costs You Socially — Name one place you've been managing others' opinions instead of living what you know is true — and take one visible step back toward it.  Resting in a Righteousness That Isn't Yours — Write down one way you've treated God's acceptance as conditional, then thank Him for the standing already yours in Christ.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5 of 16 · Galatians 2:11–21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5 of 16 · Galatians 2:11–21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5 of 16 · Galatians 2:11–21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Goes Back to School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gospel of grace governs not only how a person is saved but how believers live together — and even a Spirit-taught apostle can drift under social pressure, needing loving but public correction anchored in justification by faith alone.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sixteen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of Liberty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889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4033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True Gospel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058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202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1:11–17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Independent Revelation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3227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2371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1:18–2:10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Gospel Is Independent of the Judean Churches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20824"/>
            <a:ext cx="1954530" cy="7863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2:11–21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Goes Back to School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889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4033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Spell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3202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3:6–14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or a Curse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2371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3:15–29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Superiority of the Promise to the Law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Became a Man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4889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4033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4:12–20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Steel Fist in a Velvet Glove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4058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3202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4:21–31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Old Testament Story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3227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2371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5:1–12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Stand in Liberty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5:13–26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the Spirit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4033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 and Burdens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64058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3202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2371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6:11–18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the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marks of the confrontation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2:11–14 · Outline I — Paul confronts Peter about the gospel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18788" cy="13258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 ·  v.11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37627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ἀντέστην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withstood him to his face” — and “before them all” (v.14)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8012" y="1143000"/>
            <a:ext cx="4018788" cy="13258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96028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96028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89804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Pointed  ·  v.12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96028" y="1764792"/>
            <a:ext cx="37627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ὑπέστελλεν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 with Gentiles — then withdrew when men came from James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633472"/>
            <a:ext cx="4018788" cy="13258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76148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2743200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Poisonous  ·  v.13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" y="3255264"/>
            <a:ext cx="37627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συνυπεκρίθησαν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the Jews joined in — “even Barnabas was carried away”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8012" y="2633472"/>
            <a:ext cx="4018788" cy="13258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96028" y="2761488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602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289804" y="2743200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 ·  v.14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96028" y="3255264"/>
            <a:ext cx="37627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ὀρθοποδοῦσιν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“straight-footed” about the truth of the gospel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20624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you, being a Jew, live in the manner of Gentiles and not as the Jews, why do you compel Gentiles to live as Jews?” (v.14)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knew better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2:11 · Outline I.A.1–3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8229600" cy="8229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353312"/>
            <a:ext cx="457200" cy="457200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1170432"/>
            <a:ext cx="5468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better — Acts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sheet from heaven: “What God has cleansed you must not call common.” He then went to Cornelius.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17043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A.D. 40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taught by revelation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286000"/>
            <a:ext cx="457200" cy="457200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07008" y="2103120"/>
            <a:ext cx="7296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Preached better — Acts 11:17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was I that I could withstand God?” — he defended eating with Gentiles before the Jerusalem leaders.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035808"/>
            <a:ext cx="8229600" cy="8229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" y="3218688"/>
            <a:ext cx="457200" cy="457200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3035808"/>
            <a:ext cx="7296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Promised better — Galatians 2:9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James, Peter and John gave Paul the right hand of fellowship: you go to the Gentiles.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4041648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 was to be blamed” — κατεγνωσμένος, Perf. Pass. Ptc.: his conduct stood condemned, not his standing before God.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drift happened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2:12–13 · Outline I.B–C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470355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1470355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188720"/>
            <a:ext cx="13606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Antioch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28747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eats with the Gentile believers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3008376"/>
            <a:ext cx="1324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v.12a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936699" y="21442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7011" y="1188720"/>
            <a:ext cx="1470355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7011" y="1188720"/>
            <a:ext cx="1470355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01875" y="1188720"/>
            <a:ext cx="13606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from James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238451" y="1828800"/>
            <a:ext cx="128747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 arrive from the Jerusalem church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220163" y="3008376"/>
            <a:ext cx="1324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v.12b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26510" y="21442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36822" y="1188720"/>
            <a:ext cx="1470355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36822" y="1188720"/>
            <a:ext cx="1470355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91686" y="1188720"/>
            <a:ext cx="13606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withdraws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928262" y="1828800"/>
            <a:ext cx="128747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ὑπέστελλεν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Imperfect — a gradual, repeated retreat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909974" y="3008376"/>
            <a:ext cx="1324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v.12c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316322" y="21442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26634" y="1188720"/>
            <a:ext cx="1470355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26634" y="1188720"/>
            <a:ext cx="1470355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81498" y="1188720"/>
            <a:ext cx="13606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follow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18074" y="1828800"/>
            <a:ext cx="128747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Jewish believers join him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599786" y="3008376"/>
            <a:ext cx="1324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v.13a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006133" y="21442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16445" y="1188720"/>
            <a:ext cx="1470355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16445" y="1188720"/>
            <a:ext cx="1470355" cy="56692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71309" y="1188720"/>
            <a:ext cx="13606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Barnabas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7307885" y="1828800"/>
            <a:ext cx="128747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“carried away with their hypocrisy”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289597" y="3008376"/>
            <a:ext cx="1324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v.13b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6118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1792" y="361188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 said there were two bodies of Christ — one Jewish, one Gentile. Hypocrisy spreads in community.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by birth — the same by faith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2:15–16 · Outline II — Paul corrects Peter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291840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— v.15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φύσει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by nature, by birth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09928"/>
            <a:ext cx="3291840" cy="208483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31089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who are Jews by nature, and not sinners of the Gentiles”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Jews, not proselytes (Phil 3:4–5)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distinction Paul grants only to dissolve 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0" y="2377440"/>
            <a:ext cx="320040" cy="237744"/>
          </a:xfrm>
          <a:prstGeom prst="rightArrow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1960" y="1143000"/>
            <a:ext cx="443484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43400" y="1188720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— v.16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δικαιόω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declare righteous · forensic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51960" y="1709928"/>
            <a:ext cx="4434840" cy="208483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43400" y="1783080"/>
            <a:ext cx="42519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1810512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not by the works of the law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three times in one verse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by faith in Jesus Christ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three times in one verse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man, Jew or Gentile — a legal declaration received by faith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397764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times in one verse: not by the law — but by faith. Justification is declared, not earned.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argument with Peter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2:17–21 · Outline III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91440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15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vv.17–18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371600" y="1115568"/>
            <a:ext cx="731520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81328" y="1115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Peter's error — rebuilding what he destroyed makes him the transgressor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1155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παραβάτης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who oversteps a line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28216"/>
            <a:ext cx="91440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7282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71600" y="1728216"/>
            <a:ext cx="7315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481328" y="172821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“Through the law I died to the law that I might live to God”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17282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ζήσω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dying to the law opens a new life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340864"/>
            <a:ext cx="91440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3408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v.20a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71600" y="2340864"/>
            <a:ext cx="731520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81328" y="23408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— “I have been crucified with Christ”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23408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συνεσταύρωμαι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Perf. — done, with lasting effect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953512"/>
            <a:ext cx="914400" cy="5486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29535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v.20b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371600" y="2953512"/>
            <a:ext cx="7315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81328" y="2953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Alive — “Christ lives in me … I live by faith in the Son of God”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29535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sanctification is by faith, too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566160"/>
            <a:ext cx="9144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371600" y="3566160"/>
            <a:ext cx="731520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481328" y="35661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righteousness comes through the law, then Christ died in vain”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715000" y="3566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ἀθετῶ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 not set aside” — nullify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2:11–21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already knew the truth. What made him withdraw from the Gentiles anyway?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Paul confront Peter publicly, “before them all,” rather than privately?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Doing Right Costs You Socially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place you've been managing others' opinions instead of living what you know is true — and take one visible step back toward it.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in a Righteousness That Isn't Yours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one way you've treated God's acceptance as conditional, then thank Him for the standing already yours in Christ.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governs how we live together, not only how we are saved — knowing the truth must be matched by walking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Galatians Study 5 — Peter Goes Back to School: Charts</dc:title>
  <dc:subject>PptxGenJS Presentation</dc:subject>
  <dc:creator>The Gospel Vault</dc:creator>
  <cp:lastModifiedBy>The Gospel Vault</cp:lastModifiedBy>
  <cp:revision>1</cp:revision>
  <dcterms:created xsi:type="dcterms:W3CDTF">2026-10-30T05:30:26Z</dcterms:created>
  <dcterms:modified xsi:type="dcterms:W3CDTF">2026-10-30T05:30:26Z</dcterms:modified>
</cp:coreProperties>
</file>