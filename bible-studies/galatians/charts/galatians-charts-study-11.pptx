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11 · Galatians 4:21–31" id="{8a225e83-742f-68c9-48cf-50040526ad3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key to the passage is the number two — two sons, two women, two spheres, two covenants, two places, two mountains, two Jerusalems. Three movements: the argument (4:21), the allegory (4:22–27), and the application (4:28–31).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(Introduction): Paul lines up two of everything. The commentary's picture: the old Westerns — black hats on the left, white hats on the right. Everything in the left column belongs together; so does everything in the right. Only one column is one any believer can stand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(I): “Tell me, you who desire to be under the law, do you not hear the law?” The Galatians embraced law-keeping as a system without reckoning with what the law actually demands or produces. Paul answers them from the law itself — Genesis, a book of the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(II.A–B): Abraham's story can be followed by his age. Called from Ur at seventy-five, he was promised many things, and all of it hinged on one thing: a son. Ishmael came by Sarah's plan, carried out by ordinary human means apart from God's revealed will — no miracle. Isaac came by promise, against all natural possibility, when God said; God waited twenty-five years so no one could question who did it. “Flesh” here is the scheme behind the birth, not physical birth — both boys were born the ordinary way physically.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(II.C): ἀλληγορούμενα is passive — these things “have been made into an allegory.” They were not allegory to begin with; they happened exactly as recorded. Paul uses the history after the fact as a teaching illustration. Hagar/Sinai keeps bearing children into bondage (present participle). συστοιχεῖ — a military word, standing in the same rank. Isaiah 54:1 — the barren woman will have more children: what looked hopeless becomes fruitful by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(III.A–D): Isaac's birth leaves no doubt God did it — and every believer is born the same way. Ishmael mocked Isaac (Gen 21:9); the imperfect ἐδίωκεν pictures ongoing harassment — even so it is now. The answer to legalism: “Cast out the bondwoman and her son” — the whole left-hand column; law and promise cannot share the inheritance. The commentary's contrast: under law you work six days, then rest — you work for the blessing; under grace we rest, then work — we work from the blessing.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Paul says the Jerusalem above “is the mother of us all.” What does it mean practically to live as a citizen of that city? — Leader answer: See Commentary II.C — the two symbols, Sinai and Zion, and the Jerusalem above.  Q2: What would it look like concretely to “cast out” a legalistic rule you've let sit alongside your faith in Christ? — Leader answer: See Commentary III.C–D — the no-mixture principle: cast out the whole left-hand column.  Applications: Know Which Column You're In — Identify one requirement you've added, and set it back outside your standing with God — not a condition of it.  Work From the Blessing, Not For It — Do one act of service this week from rest and gratitude rather than obligation to earn favor.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11 of 16 · Galatians 4:21–31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11 of 16 · Galatians 4:21–31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11 of 16 · Galatians 4:21–31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Isaac, the child of promise, could never share an inheritance with Ishmael, the child of the flesh, the believer — born by the same kind of promise — must cast out every attempt to mix law-keeping with grace and stand in the freedom to which Christ has called him.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is the number two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4:21–31 · Introduction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011680" y="1078992"/>
            <a:ext cx="329184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103120" y="10789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Bondage — the left column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394960" y="1078992"/>
            <a:ext cx="329184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10789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— the right column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179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11680" y="1517904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1517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Ishmael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1517904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1517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9659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women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011680" y="1965960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03120" y="1965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Hagar, the bondwoman (παιδίσκη)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0" y="1965960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1965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Sarah, the freewoman (ἐλευθέρα)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4140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spheres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011680" y="2414016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03120" y="24140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Flesh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94960" y="2414016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0" y="24140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 — promise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28620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covenants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011680" y="2862072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03120" y="28620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94960" y="2862072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0" y="28620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3101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places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011680" y="3310128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103120" y="3310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394960" y="3310128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0" y="3310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Jerusalem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37581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mountains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011680" y="3758184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103120" y="37581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394960" y="3758184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0" y="37581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Zion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42062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Jerusalems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2011680" y="4206240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03120" y="42062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Jerusalem that now is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394960" y="4206240"/>
            <a:ext cx="3291840" cy="402336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86400" y="42062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Jerusalem above (ἄνω)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up without reading the fine print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4:21 · Outline I — The argument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wanted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4023360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81912"/>
            <a:ext cx="3840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who desire to be under the law”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Law-keeping as their way to please God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2286000"/>
            <a:ext cx="274320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had not heard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508760"/>
            <a:ext cx="3749040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0" y="1581912"/>
            <a:ext cx="356616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you not hear the law?”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law demands — and what it produces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answer comes from the law itself: Genesis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393192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signed up for the law without reading what was in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sons, two births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4:22–23 · Outline II.A–B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Ishmael — “according to the flesh”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4023360" cy="23317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81912"/>
            <a:ext cx="384048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of Hagar, the bondwoman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Sarah's plan, by human means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 from God's revealed will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miracle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— “through promise”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δι' ἐπαγγελίας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through promise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709928"/>
            <a:ext cx="4023360" cy="21305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783080"/>
            <a:ext cx="38404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of Sarah, the freewoman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God said, as God said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all natural possibility</a:t>
            </a:r>
            <a:endParaRPr lang="en-US" sz="13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called at 75; God waited 25 years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406908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as hard as it can be — so that when it happens, everyone knows God did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made into an allegory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4:24–27 · Outline II.C — Two symbols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77724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v.24a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15568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44168" y="1115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events, used as an allegory — not fiction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1155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ἀλληγορούμενα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Pres. Pass. Ptc. — made into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28216"/>
            <a:ext cx="77724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282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v.24b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728216"/>
            <a:ext cx="7452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44168" y="1728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Sinai “gives birth to bondage” — Hagar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17282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γεννῶσα · δουλείαν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continually bearing · slavery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40864"/>
            <a:ext cx="77724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3408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340864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44168" y="23408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Hagar “corresponds to Jerusalem which now is”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234086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συστοιχεῖ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in the same rank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53512"/>
            <a:ext cx="77724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53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2953512"/>
            <a:ext cx="7452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44168" y="29535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Jerusalem above is free, which is the mother of us all”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2953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ἄνω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— heavenly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777240" cy="5486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661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234440" y="3566160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44168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“Rejoice, O barren” — Isaiah 54:1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623560" y="3566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στεῖρα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barren — yet more fruitful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of promise: four applications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4:28–31 · Outline III — The application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of promise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v.28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“Now we, brethren, as Isaac was, are children of promise”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for persecution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ἐδίωκεν · v.29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of the flesh kept persecuting the child of the Spirit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697480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679192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compromise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191256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Ἔκβαλε · v.30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“Cast out the bondwoman and her son” — they shall not be heirs together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569464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2697480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2679192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to liberty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191256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v.31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are not children of the bondwoman but of the free”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06908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Law: work six days, then rest — working for the blessing. Grace: rest first, then work — working from the blessing.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4:21–31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says the Jerusalem above “is the mother of us all.” What does it mean practically to live as a citizen of that city?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it look like concretely to “cast out” a legalistic rule you've let sit alongside your faith in Christ?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Column You're In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one requirement you've added, and set it back outside your standing with God — not a condition of it.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From the Blessing, Not For It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one act of service this week from rest and gratitude rather than obligation to earn favor.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sons, two covenants — and only one column a believer can stand 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11 — Paul's Old Testament Story: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