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The title slide paraphrases the study’s proposition. The commentary opens by distinguishing the Rapture and the Day of the Lord, then treats the confusion by apostates (2:1–2) and the correction by the apostle (2:3–5). Every chart stays within the commentary posted for this study, including its Study Notes; Greek words come from the study’s Greek Word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(Introduction A–C): The subject of 2:1 is “the coming of our Lord Jesus Christ and our gathering together to Him” — the Rapture (1 Thess 4:16–18). The Day of the Lord (1 Thess 5:1–3) is judgment (seven years) and blessing (a thousand years). The Rapture comes before the Day of the Lord but does not start it; the Day starts later, when the man of sin is revealed. The Rapture is often called the Day of Christ.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(I.A–B, with ἐρωτάω, σαλεύω, θροέω, ἐπιστολή, ἐνίστημι): “Brethren … we beseech you” — not a casual request. Don’t be shaken (tossed in mind — “all shook up”) or troubled (frightened in emotion — the root of “thrombosis”). The deception came three ways: a false spirit (test the spirits, 1 John 4:1), a fabricated prophecy (errors can occur in any gift), and a forged letter — which is why Paul signs every letter (3:17). Satan, the great deceiver, was behind all three. The claim: the Day has already come (perfect tense — already present).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(II.A.1–2, with ἀποστασία, ἀποκαλύπτω, ἀπώλεια): That Day cannot come until two things happen. The apostasy: a pervasive, global departure from the faith (Walvoord) — the church caving in, pictured by Laodicea (Rev 3); the raptured church is the true church, pictured by Philadelphia. Study Note: some pretribulationists take apostasia as “departure” — the Rapture itself; the teacher once taught that view. Either reading keeps the church out of the Day. Then the man of sin is revealed — when he makes the seven-year covenant with Israel (Dan 9:27). That starts the Tribulation.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(II.A.2.b and Conclusion list): The teacher’s list of names, printed on the back of his notes. He gets a lot of press in the Old Testament — “He’s coming, but not until we get out of here.”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(II.A.2.b–d, with ὑπεραίρομαι, ναός): He opposes God; exalts himself above God; exalts himself above all gods — no other religion allowed; sits as God in the temple; shows himself as God. The “who” clause describes him — these things identify him; they are not things you must see before the Day begins. Sitting in the temple is halfway through the Tribulation. Antiochus Epiphanes (167 B.C.) — a pig on the altar and a statue of Zeus with his own face — is a God-ordained picture (Dan 11:31; Matt 24:15).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(II.B.1–3): A touch of sarcasm: “What was I doing when I taught you?” In three or four months Paul taught them prophecy — and they forgot the most important part: the church will not go through the Tribulation. It isn’t enough to sit for an hour and forget. Hear it, review it, teach it. Dr. S. Lewis Johnson: “You’ll know Greek when you teach it.” The Day of the Lord is for the Christ-rejecting world; the Day of Christ is for believers.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What three channels did the deception come through, and how should believers guard against each? — Leader answer: A false spirit — test the spirits (1 John 4:1). A fabricated prophecy, “by word” — errors can occur in any gift, even preaching. A forged letter “as if from us” — Paul signed every epistle (3:17). Behind all three was Satan, the great deceiver.  Q2: What two things must happen before the Day of the Lord can begin, and how will the man of sin be revealed? — Leader answer: The falling away — a pervasive, global departure of the church from the truth, pictured by Laodicea — and the revelation of the man of sin, when he makes a seven-year covenant with Israel (Dan 9:27). That event starts the Tribulation.  Applications: Test What You Hear — Take one prophecy claim you’ve heard and look up the passages yourself before accepting it.  Teach It to Keep It — Explain the difference between the Rapture and the Day of the Lord to a family member or friend this week.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· Study 3 of 7 · 2 Thessalonians 2:1–5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· Study 3 of 7 · 2 Thessalonians 2:1–5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· Study 3 of 7 · 2 Thessalonians 2:1–5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Concerning the Coming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Shaken by a false spirit, a fabricated prophecy and a forged letter, the Thessalonians feared the Day of the Lord had come. Paul’s correction: the apostasy and the man of sin must come first — and the antidote is to remember.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· seven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298448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and Background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48890" y="1188720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58618" y="1298448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Paul’s Admiration for the Thessalonians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40580" y="1188720"/>
            <a:ext cx="1954530" cy="13716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0308" y="1298448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2:1–5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Concerning the Coming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32270" y="1188720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41998" y="1298448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2:6–12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Removal of the Restrainer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61488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871216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2:13–17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 of the Lord and Believers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48890" y="2761488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58618" y="2871216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While Waiting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40580" y="2761488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0308" y="2871216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3:13–18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Brother’s Keeper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224528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4224528"/>
            <a:ext cx="7900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and peace frame the letter (1:2; 3:16–18):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persecution in chapter 1, prophecy in chapter 2, correction in chapter 3.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 distinguished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· The Rapture and the Day of the Lord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Rapture — “the Day of Christ”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παρουσία · ἐπισυναγωγή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coming · gathering together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3931920" cy="176479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37490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church taken out — in a moment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dead raised, the living caught up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 4:16–18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 of the Lord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755648"/>
            <a:ext cx="3931920" cy="176479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28800"/>
            <a:ext cx="37490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— seven years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 — one thousand years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Christ-rejecting world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 5:1–3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89120" y="2171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749040"/>
            <a:ext cx="7900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Rapture comes before the Day of the Lord — but it does not start it. The Day of the Lord starts later, when the man of sin is revealed.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channels of deception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2:1–2 · I — The confusion by apostates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49936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231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spirit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2499360" cy="14447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23164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false message in tongues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spirits (1 John 4:1)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020568" y="2075688"/>
            <a:ext cx="237744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22320" y="1188720"/>
            <a:ext cx="249936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3760" y="1234440"/>
            <a:ext cx="231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22320" y="1755648"/>
            <a:ext cx="2499360" cy="14447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0" y="1828800"/>
            <a:ext cx="23164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fabricated prophecy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can occur in any gift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85688" y="2075688"/>
            <a:ext cx="237744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7440" y="1188720"/>
            <a:ext cx="2499360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8880" y="1234440"/>
            <a:ext cx="231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letter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ἐπιστολή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letter · G1992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87440" y="1755648"/>
            <a:ext cx="2499360" cy="14447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8880" y="1828800"/>
            <a:ext cx="23164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Forged — “as if from us”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signs every letter (3:17)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3832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3383280"/>
            <a:ext cx="7900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· ἐνίστημι: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that the Day was near, but that it was already here — “you missed the Rapture.”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" y="406908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all three: Satan, the great deceiver. Don’t be shaken in mind (σαλεύω) or troubled in emotion (θροέω).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come first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2:3–4 · II.A — The error of the deception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9666" cy="210312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5865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05865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Rapture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157984"/>
            <a:ext cx="17533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true church taken out — pictured by Philadelphia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290779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3:7–13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61438" y="212140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7178" y="1188720"/>
            <a:ext cx="1899666" cy="210312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5843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5843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40330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apostasy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40330" y="2157984"/>
            <a:ext cx="17533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pervasive, global departure from the faith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640330" y="290779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ἀποστασία · Laodicea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71416" y="212140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77156" y="1188720"/>
            <a:ext cx="1899666" cy="2103120"/>
          </a:xfrm>
          <a:prstGeom prst="roundRect">
            <a:avLst>
              <a:gd name="adj" fmla="val 2888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25821" y="129844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25821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0308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 of sin revealed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50308" y="2157984"/>
            <a:ext cx="17533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makes a seven-year covenant with Israel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750308" y="290779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9:27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581394" y="212140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87134" y="1188720"/>
            <a:ext cx="1899666" cy="210312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35799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35799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60286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 of the Lord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860286" y="2157984"/>
            <a:ext cx="17533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years of Tribulation, then the Millennium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860286" y="290779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2:3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" y="3520440"/>
            <a:ext cx="7900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Walvoord: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“Paul was declaring that the Day of the Lord cannot come until first a pervasive, global departure from the faith.” Study Note: some pretribulationists read apostasia as the Rapture itself — either way, the church is not in that Day.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 of sin: his aliases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· Other names for the “son of perdition,” the final world dictator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77724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1155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7–9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34440" y="1115568"/>
            <a:ext cx="7452360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44168" y="111556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little horn · a king of fierce countenance · the prince who is to come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806440" y="111556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7:8; 8:23; 9:26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55648"/>
            <a:ext cx="77724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7556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9–11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1755648"/>
            <a:ext cx="7452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44168" y="17556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who makes desolate · the willful king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806440" y="17556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9:27; 11:36–45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395728"/>
            <a:ext cx="77724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39572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Zech 11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34440" y="2395728"/>
            <a:ext cx="7452360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44168" y="23957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foolish shepherd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806440" y="239572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Zech 11:15–17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035808"/>
            <a:ext cx="77724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03580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 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234440" y="3035808"/>
            <a:ext cx="7452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44168" y="30358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 of sin · the son of perdition · the lawless (wicked) one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806440" y="30358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ἁμαρτία · ἀπώλεια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2:3, 8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675888"/>
            <a:ext cx="77724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67588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6, 13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234440" y="3675888"/>
            <a:ext cx="7452360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44168" y="36758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rider on the white horse · the beast out of the sea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806440" y="367588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6:2; 13:1–2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agenda — revealed now, doing these things later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2:4 · II.A.2.b–d — His description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32588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" y="132588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Opposes God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82880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true God, Jehovah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64408" y="118872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1568" y="132588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01568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22776" y="132588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God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01568" y="182880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the worship that belongs to Jehovah only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71616" y="118872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08776" y="1325880"/>
            <a:ext cx="420624" cy="42062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08776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29984" y="132588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all gods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182880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other religion allowed — worship him or die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92608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06324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306324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in the temple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" y="356616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ναός — at the midpoint of the Tribulation (Dan 9:27)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64408" y="292608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01568" y="306324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922776" y="306324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himself God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401568" y="356616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am God” — over the whole world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071616" y="2926080"/>
            <a:ext cx="2615184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08776" y="3063240"/>
            <a:ext cx="420624" cy="420624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08776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29984" y="306324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picture: 167 B.C.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208776" y="3566160"/>
            <a:ext cx="23591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Antiochus Epiphanes set Zeus — with his own face — in the temple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you not remember?”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2:5 · II.B — The antidote for the deception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02992" cy="18288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57528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57528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773936"/>
            <a:ext cx="2456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it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15798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attention to what you hear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2633472"/>
            <a:ext cx="2456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064764" y="198424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70504" y="1188720"/>
            <a:ext cx="2602992" cy="18288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70832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70832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43656" y="1773936"/>
            <a:ext cx="2456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343656" y="215798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 during the week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343656" y="2633472"/>
            <a:ext cx="2456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78068" y="198424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3808" y="1188720"/>
            <a:ext cx="2602992" cy="1828800"/>
          </a:xfrm>
          <a:prstGeom prst="roundRect">
            <a:avLst>
              <a:gd name="adj" fmla="val 3000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84136" y="129844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84136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56960" y="1773936"/>
            <a:ext cx="2456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it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156960" y="215798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it to family and friends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156960" y="2633472"/>
            <a:ext cx="2456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“you’ll know it when you teach it”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4612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" y="3246120"/>
            <a:ext cx="7900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antidote to every deception: remember, review, and teach what God has already said. You are not going into that Tribulation.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2:1–5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three channels did the deception come through, and how should believers guard against each?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two things must happen before the Day of the Lord can begin, and how will the man of sin be revealed?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What You Hear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one prophecy claim you’ve heard and look up the passages yourself before accepting it.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It to Keep It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difference between the Rapture and the Day of the Lord to a family member or friend this week.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be shaken: the apostasy and the man of sin must come first — so remember, review and teach what God has said.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Thessalonians Study 3 — Confusion Concerning the Coming: Charts</dc:title>
  <dc:subject>PptxGenJS Presentation</dc:subject>
  <dc:creator>The Gospel Vault</dc:creator>
  <cp:lastModifiedBy>The Gospel Vault</cp:lastModifiedBy>
  <cp:revision>1</cp:revision>
  <dcterms:created xsi:type="dcterms:W3CDTF">2026-10-30T06:34:07Z</dcterms:created>
  <dcterms:modified xsi:type="dcterms:W3CDTF">2026-10-30T06:34:07Z</dcterms:modified>
</cp:coreProperties>
</file>